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T Marxiana Antigua" charset="1" panose="02080602070100020303"/>
      <p:regular r:id="rId18"/>
    </p:embeddedFont>
    <p:embeddedFont>
      <p:font typeface="Alice" charset="1" panose="00000500000000000000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0.png" Type="http://schemas.openxmlformats.org/officeDocument/2006/relationships/image"/><Relationship Id="rId13" Target="../media/image21.png" Type="http://schemas.openxmlformats.org/officeDocument/2006/relationships/image"/><Relationship Id="rId14" Target="../media/image22.png" Type="http://schemas.openxmlformats.org/officeDocument/2006/relationships/image"/><Relationship Id="rId15" Target="../media/image23.png" Type="http://schemas.openxmlformats.org/officeDocument/2006/relationships/image"/><Relationship Id="rId16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4.pn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1.png" Type="http://schemas.openxmlformats.org/officeDocument/2006/relationships/image"/><Relationship Id="rId12" Target="../media/image2.svg" Type="http://schemas.openxmlformats.org/officeDocument/2006/relationships/image"/><Relationship Id="rId13" Target="../media/image9.png" Type="http://schemas.openxmlformats.org/officeDocument/2006/relationships/image"/><Relationship Id="rId14" Target="../media/image10.svg" Type="http://schemas.openxmlformats.org/officeDocument/2006/relationships/image"/><Relationship Id="rId15" Target="../media/image46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74190" y="-918582"/>
            <a:ext cx="4360053" cy="4114800"/>
          </a:xfrm>
          <a:custGeom>
            <a:avLst/>
            <a:gdLst/>
            <a:ahLst/>
            <a:cxnLst/>
            <a:rect r="r" b="b" t="t" l="l"/>
            <a:pathLst>
              <a:path h="4114800" w="4360053">
                <a:moveTo>
                  <a:pt x="0" y="0"/>
                </a:moveTo>
                <a:lnTo>
                  <a:pt x="4360053" y="0"/>
                </a:lnTo>
                <a:lnTo>
                  <a:pt x="43600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5606" y="2803493"/>
            <a:ext cx="1645692" cy="1642700"/>
          </a:xfrm>
          <a:custGeom>
            <a:avLst/>
            <a:gdLst/>
            <a:ahLst/>
            <a:cxnLst/>
            <a:rect r="r" b="b" t="t" l="l"/>
            <a:pathLst>
              <a:path h="1642700" w="1645692">
                <a:moveTo>
                  <a:pt x="0" y="0"/>
                </a:moveTo>
                <a:lnTo>
                  <a:pt x="1645692" y="0"/>
                </a:lnTo>
                <a:lnTo>
                  <a:pt x="1645692" y="1642700"/>
                </a:lnTo>
                <a:lnTo>
                  <a:pt x="0" y="164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35982">
            <a:off x="14459420" y="6831570"/>
            <a:ext cx="4360053" cy="4114800"/>
          </a:xfrm>
          <a:custGeom>
            <a:avLst/>
            <a:gdLst/>
            <a:ahLst/>
            <a:cxnLst/>
            <a:rect r="r" b="b" t="t" l="l"/>
            <a:pathLst>
              <a:path h="4114800" w="4360053">
                <a:moveTo>
                  <a:pt x="0" y="0"/>
                </a:moveTo>
                <a:lnTo>
                  <a:pt x="4360053" y="0"/>
                </a:lnTo>
                <a:lnTo>
                  <a:pt x="43600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652293">
            <a:off x="16983529" y="5751008"/>
            <a:ext cx="1645692" cy="1642700"/>
          </a:xfrm>
          <a:custGeom>
            <a:avLst/>
            <a:gdLst/>
            <a:ahLst/>
            <a:cxnLst/>
            <a:rect r="r" b="b" t="t" l="l"/>
            <a:pathLst>
              <a:path h="1642700" w="1645692">
                <a:moveTo>
                  <a:pt x="0" y="0"/>
                </a:moveTo>
                <a:lnTo>
                  <a:pt x="1645693" y="0"/>
                </a:lnTo>
                <a:lnTo>
                  <a:pt x="1645693" y="1642700"/>
                </a:lnTo>
                <a:lnTo>
                  <a:pt x="0" y="164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5400000">
            <a:off x="12603575" y="-1615907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51741" y="-1083926"/>
            <a:ext cx="2440518" cy="2623557"/>
          </a:xfrm>
          <a:custGeom>
            <a:avLst/>
            <a:gdLst/>
            <a:ahLst/>
            <a:cxnLst/>
            <a:rect r="r" b="b" t="t" l="l"/>
            <a:pathLst>
              <a:path h="2623557" w="2440518">
                <a:moveTo>
                  <a:pt x="0" y="0"/>
                </a:moveTo>
                <a:lnTo>
                  <a:pt x="2440518" y="0"/>
                </a:lnTo>
                <a:lnTo>
                  <a:pt x="2440518" y="2623556"/>
                </a:lnTo>
                <a:lnTo>
                  <a:pt x="0" y="26235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2148079" y="8839846"/>
            <a:ext cx="2440518" cy="2623557"/>
          </a:xfrm>
          <a:custGeom>
            <a:avLst/>
            <a:gdLst/>
            <a:ahLst/>
            <a:cxnLst/>
            <a:rect r="r" b="b" t="t" l="l"/>
            <a:pathLst>
              <a:path h="2623557" w="2440518">
                <a:moveTo>
                  <a:pt x="2440517" y="2623557"/>
                </a:moveTo>
                <a:lnTo>
                  <a:pt x="0" y="2623557"/>
                </a:lnTo>
                <a:lnTo>
                  <a:pt x="0" y="0"/>
                </a:lnTo>
                <a:lnTo>
                  <a:pt x="2440517" y="0"/>
                </a:lnTo>
                <a:lnTo>
                  <a:pt x="2440517" y="262355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63250" y="5995160"/>
            <a:ext cx="9051911" cy="4156465"/>
          </a:xfrm>
          <a:custGeom>
            <a:avLst/>
            <a:gdLst/>
            <a:ahLst/>
            <a:cxnLst/>
            <a:rect r="r" b="b" t="t" l="l"/>
            <a:pathLst>
              <a:path h="4156465" w="9051911">
                <a:moveTo>
                  <a:pt x="0" y="0"/>
                </a:moveTo>
                <a:lnTo>
                  <a:pt x="9051911" y="0"/>
                </a:lnTo>
                <a:lnTo>
                  <a:pt x="9051911" y="4156465"/>
                </a:lnTo>
                <a:lnTo>
                  <a:pt x="0" y="415646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6575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74306" y="1285875"/>
            <a:ext cx="14548089" cy="345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51"/>
              </a:lnSpc>
            </a:pPr>
            <a:r>
              <a:rPr lang="en-US" sz="962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TT Marxiana Antigua"/>
                <a:ea typeface="TT Marxiana Antigua"/>
                <a:cs typeface="TT Marxiana Antigua"/>
                <a:sym typeface="TT Marxiana Antigua"/>
              </a:rPr>
              <a:t>Railway travel and booking management system</a:t>
            </a:r>
          </a:p>
          <a:p>
            <a:pPr algn="ctr">
              <a:lnSpc>
                <a:spcPts val="885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617552" y="3998571"/>
            <a:ext cx="9989306" cy="334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73737"/>
                </a:solidFill>
                <a:latin typeface="Alice"/>
                <a:ea typeface="Alice"/>
                <a:cs typeface="Alice"/>
                <a:sym typeface="Alice"/>
              </a:rPr>
              <a:t>Made By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73737"/>
                </a:solidFill>
                <a:latin typeface="Alice"/>
                <a:ea typeface="Alice"/>
                <a:cs typeface="Alice"/>
                <a:sym typeface="Alice"/>
              </a:rPr>
              <a:t>Akash Tarenia                    252123002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73737"/>
                </a:solidFill>
                <a:latin typeface="Alice"/>
                <a:ea typeface="Alice"/>
                <a:cs typeface="Alice"/>
                <a:sym typeface="Alice"/>
              </a:rPr>
              <a:t>Laxit Rajput                       252123015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73737"/>
                </a:solidFill>
                <a:latin typeface="Alice"/>
                <a:ea typeface="Alice"/>
                <a:cs typeface="Alice"/>
                <a:sym typeface="Alice"/>
              </a:rPr>
              <a:t>Saravanan B.                      252123024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73737"/>
                </a:solidFill>
                <a:latin typeface="Alice"/>
                <a:ea typeface="Alice"/>
                <a:cs typeface="Alice"/>
                <a:sym typeface="Alice"/>
              </a:rPr>
              <a:t>Shahid Anowar Laskar   252123026</a:t>
            </a:r>
          </a:p>
          <a:p>
            <a:pPr algn="ctr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31725">
            <a:off x="-742937" y="7811340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0" y="0"/>
                </a:moveTo>
                <a:lnTo>
                  <a:pt x="3125458" y="0"/>
                </a:lnTo>
                <a:lnTo>
                  <a:pt x="3125458" y="3497537"/>
                </a:lnTo>
                <a:lnTo>
                  <a:pt x="0" y="34975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3473863" y="7880583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0" y="0"/>
                </a:moveTo>
                <a:lnTo>
                  <a:pt x="2196274" y="0"/>
                </a:lnTo>
                <a:lnTo>
                  <a:pt x="21962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400000">
            <a:off x="12622625" y="-1615907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05042" y="3647106"/>
            <a:ext cx="4319069" cy="799088"/>
          </a:xfrm>
          <a:custGeom>
            <a:avLst/>
            <a:gdLst/>
            <a:ahLst/>
            <a:cxnLst/>
            <a:rect r="r" b="b" t="t" l="l"/>
            <a:pathLst>
              <a:path h="799088" w="4319069">
                <a:moveTo>
                  <a:pt x="0" y="0"/>
                </a:moveTo>
                <a:lnTo>
                  <a:pt x="4319070" y="0"/>
                </a:lnTo>
                <a:lnTo>
                  <a:pt x="4319070" y="799087"/>
                </a:lnTo>
                <a:lnTo>
                  <a:pt x="0" y="7990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05836" y="3496722"/>
            <a:ext cx="3972014" cy="3972014"/>
          </a:xfrm>
          <a:custGeom>
            <a:avLst/>
            <a:gdLst/>
            <a:ahLst/>
            <a:cxnLst/>
            <a:rect r="r" b="b" t="t" l="l"/>
            <a:pathLst>
              <a:path h="3972014" w="3972014">
                <a:moveTo>
                  <a:pt x="0" y="0"/>
                </a:moveTo>
                <a:lnTo>
                  <a:pt x="3972014" y="0"/>
                </a:lnTo>
                <a:lnTo>
                  <a:pt x="3972014" y="3972015"/>
                </a:lnTo>
                <a:lnTo>
                  <a:pt x="0" y="39720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05042" y="5421026"/>
            <a:ext cx="5477916" cy="1151332"/>
          </a:xfrm>
          <a:custGeom>
            <a:avLst/>
            <a:gdLst/>
            <a:ahLst/>
            <a:cxnLst/>
            <a:rect r="r" b="b" t="t" l="l"/>
            <a:pathLst>
              <a:path h="1151332" w="5477916">
                <a:moveTo>
                  <a:pt x="0" y="0"/>
                </a:moveTo>
                <a:lnTo>
                  <a:pt x="5477916" y="0"/>
                </a:lnTo>
                <a:lnTo>
                  <a:pt x="5477916" y="1151332"/>
                </a:lnTo>
                <a:lnTo>
                  <a:pt x="0" y="11513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09561" y="2679572"/>
            <a:ext cx="2637905" cy="2637905"/>
          </a:xfrm>
          <a:custGeom>
            <a:avLst/>
            <a:gdLst/>
            <a:ahLst/>
            <a:cxnLst/>
            <a:rect r="r" b="b" t="t" l="l"/>
            <a:pathLst>
              <a:path h="2637905" w="2637905">
                <a:moveTo>
                  <a:pt x="0" y="0"/>
                </a:moveTo>
                <a:lnTo>
                  <a:pt x="2637904" y="0"/>
                </a:lnTo>
                <a:lnTo>
                  <a:pt x="2637904" y="2637904"/>
                </a:lnTo>
                <a:lnTo>
                  <a:pt x="0" y="26379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861571" y="4082715"/>
            <a:ext cx="5855268" cy="5855268"/>
          </a:xfrm>
          <a:custGeom>
            <a:avLst/>
            <a:gdLst/>
            <a:ahLst/>
            <a:cxnLst/>
            <a:rect r="r" b="b" t="t" l="l"/>
            <a:pathLst>
              <a:path h="5855268" w="5855268">
                <a:moveTo>
                  <a:pt x="0" y="0"/>
                </a:moveTo>
                <a:lnTo>
                  <a:pt x="5855268" y="0"/>
                </a:lnTo>
                <a:lnTo>
                  <a:pt x="5855268" y="5855268"/>
                </a:lnTo>
                <a:lnTo>
                  <a:pt x="0" y="585526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1125947" y="1060672"/>
            <a:ext cx="19083833" cy="158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11"/>
              </a:lnSpc>
            </a:pPr>
            <a:r>
              <a:rPr lang="en-US" sz="1262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TT Marxiana Antigua"/>
                <a:ea typeface="TT Marxiana Antigua"/>
                <a:cs typeface="TT Marxiana Antigua"/>
                <a:sym typeface="TT Marxiana Antigua"/>
              </a:rPr>
              <a:t>Technologies used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2276" y="428878"/>
            <a:ext cx="7490791" cy="4314549"/>
          </a:xfrm>
          <a:custGeom>
            <a:avLst/>
            <a:gdLst/>
            <a:ahLst/>
            <a:cxnLst/>
            <a:rect r="r" b="b" t="t" l="l"/>
            <a:pathLst>
              <a:path h="4314549" w="7490791">
                <a:moveTo>
                  <a:pt x="0" y="0"/>
                </a:moveTo>
                <a:lnTo>
                  <a:pt x="7490792" y="0"/>
                </a:lnTo>
                <a:lnTo>
                  <a:pt x="7490792" y="4314549"/>
                </a:lnTo>
                <a:lnTo>
                  <a:pt x="0" y="43145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18464" y="4955480"/>
            <a:ext cx="8648984" cy="4763526"/>
          </a:xfrm>
          <a:custGeom>
            <a:avLst/>
            <a:gdLst/>
            <a:ahLst/>
            <a:cxnLst/>
            <a:rect r="r" b="b" t="t" l="l"/>
            <a:pathLst>
              <a:path h="4763526" w="8648984">
                <a:moveTo>
                  <a:pt x="0" y="0"/>
                </a:moveTo>
                <a:lnTo>
                  <a:pt x="8648984" y="0"/>
                </a:lnTo>
                <a:lnTo>
                  <a:pt x="8648984" y="4763527"/>
                </a:lnTo>
                <a:lnTo>
                  <a:pt x="0" y="476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5400000">
            <a:off x="12603575" y="-1615907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831725">
            <a:off x="-742937" y="7811340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0" y="0"/>
                </a:moveTo>
                <a:lnTo>
                  <a:pt x="3125458" y="0"/>
                </a:lnTo>
                <a:lnTo>
                  <a:pt x="3125458" y="3497537"/>
                </a:lnTo>
                <a:lnTo>
                  <a:pt x="0" y="34975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3473863" y="7880583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0" y="0"/>
                </a:moveTo>
                <a:lnTo>
                  <a:pt x="2196274" y="0"/>
                </a:lnTo>
                <a:lnTo>
                  <a:pt x="21962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74190" y="-918582"/>
            <a:ext cx="4360053" cy="4114800"/>
          </a:xfrm>
          <a:custGeom>
            <a:avLst/>
            <a:gdLst/>
            <a:ahLst/>
            <a:cxnLst/>
            <a:rect r="r" b="b" t="t" l="l"/>
            <a:pathLst>
              <a:path h="4114800" w="4360053">
                <a:moveTo>
                  <a:pt x="0" y="0"/>
                </a:moveTo>
                <a:lnTo>
                  <a:pt x="4360053" y="0"/>
                </a:lnTo>
                <a:lnTo>
                  <a:pt x="43600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5606" y="2803493"/>
            <a:ext cx="1645692" cy="1642700"/>
          </a:xfrm>
          <a:custGeom>
            <a:avLst/>
            <a:gdLst/>
            <a:ahLst/>
            <a:cxnLst/>
            <a:rect r="r" b="b" t="t" l="l"/>
            <a:pathLst>
              <a:path h="1642700" w="1645692">
                <a:moveTo>
                  <a:pt x="0" y="0"/>
                </a:moveTo>
                <a:lnTo>
                  <a:pt x="1645692" y="0"/>
                </a:lnTo>
                <a:lnTo>
                  <a:pt x="1645692" y="1642700"/>
                </a:lnTo>
                <a:lnTo>
                  <a:pt x="0" y="164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35982">
            <a:off x="14468945" y="6831570"/>
            <a:ext cx="4360053" cy="4114800"/>
          </a:xfrm>
          <a:custGeom>
            <a:avLst/>
            <a:gdLst/>
            <a:ahLst/>
            <a:cxnLst/>
            <a:rect r="r" b="b" t="t" l="l"/>
            <a:pathLst>
              <a:path h="4114800" w="4360053">
                <a:moveTo>
                  <a:pt x="0" y="0"/>
                </a:moveTo>
                <a:lnTo>
                  <a:pt x="4360053" y="0"/>
                </a:lnTo>
                <a:lnTo>
                  <a:pt x="43600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652293">
            <a:off x="16983529" y="5751008"/>
            <a:ext cx="1645692" cy="1642700"/>
          </a:xfrm>
          <a:custGeom>
            <a:avLst/>
            <a:gdLst/>
            <a:ahLst/>
            <a:cxnLst/>
            <a:rect r="r" b="b" t="t" l="l"/>
            <a:pathLst>
              <a:path h="1642700" w="1645692">
                <a:moveTo>
                  <a:pt x="0" y="0"/>
                </a:moveTo>
                <a:lnTo>
                  <a:pt x="1645693" y="0"/>
                </a:lnTo>
                <a:lnTo>
                  <a:pt x="1645693" y="1642700"/>
                </a:lnTo>
                <a:lnTo>
                  <a:pt x="0" y="164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831725">
            <a:off x="-742937" y="7811340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0" y="0"/>
                </a:moveTo>
                <a:lnTo>
                  <a:pt x="3125458" y="0"/>
                </a:lnTo>
                <a:lnTo>
                  <a:pt x="3125458" y="3497537"/>
                </a:lnTo>
                <a:lnTo>
                  <a:pt x="0" y="34975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3473863" y="7880583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0" y="0"/>
                </a:moveTo>
                <a:lnTo>
                  <a:pt x="2196274" y="0"/>
                </a:lnTo>
                <a:lnTo>
                  <a:pt x="21962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12603575" y="-1615907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51741" y="-1083926"/>
            <a:ext cx="2440518" cy="2623557"/>
          </a:xfrm>
          <a:custGeom>
            <a:avLst/>
            <a:gdLst/>
            <a:ahLst/>
            <a:cxnLst/>
            <a:rect r="r" b="b" t="t" l="l"/>
            <a:pathLst>
              <a:path h="2623557" w="2440518">
                <a:moveTo>
                  <a:pt x="0" y="0"/>
                </a:moveTo>
                <a:lnTo>
                  <a:pt x="2440518" y="0"/>
                </a:lnTo>
                <a:lnTo>
                  <a:pt x="2440518" y="2623556"/>
                </a:lnTo>
                <a:lnTo>
                  <a:pt x="0" y="26235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2148079" y="8839846"/>
            <a:ext cx="2440518" cy="2623557"/>
          </a:xfrm>
          <a:custGeom>
            <a:avLst/>
            <a:gdLst/>
            <a:ahLst/>
            <a:cxnLst/>
            <a:rect r="r" b="b" t="t" l="l"/>
            <a:pathLst>
              <a:path h="2623557" w="2440518">
                <a:moveTo>
                  <a:pt x="2440517" y="2623557"/>
                </a:moveTo>
                <a:lnTo>
                  <a:pt x="0" y="2623557"/>
                </a:lnTo>
                <a:lnTo>
                  <a:pt x="0" y="0"/>
                </a:lnTo>
                <a:lnTo>
                  <a:pt x="2440517" y="0"/>
                </a:lnTo>
                <a:lnTo>
                  <a:pt x="2440517" y="262355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37511" y="852676"/>
            <a:ext cx="6324091" cy="6967998"/>
          </a:xfrm>
          <a:custGeom>
            <a:avLst/>
            <a:gdLst/>
            <a:ahLst/>
            <a:cxnLst/>
            <a:rect r="r" b="b" t="t" l="l"/>
            <a:pathLst>
              <a:path h="6967998" w="6324091">
                <a:moveTo>
                  <a:pt x="0" y="0"/>
                </a:moveTo>
                <a:lnTo>
                  <a:pt x="6324090" y="0"/>
                </a:lnTo>
                <a:lnTo>
                  <a:pt x="6324090" y="6967998"/>
                </a:lnTo>
                <a:lnTo>
                  <a:pt x="0" y="69679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08113" y="2099156"/>
            <a:ext cx="9398263" cy="601052"/>
          </a:xfrm>
          <a:custGeom>
            <a:avLst/>
            <a:gdLst/>
            <a:ahLst/>
            <a:cxnLst/>
            <a:rect r="r" b="b" t="t" l="l"/>
            <a:pathLst>
              <a:path h="601052" w="9398263">
                <a:moveTo>
                  <a:pt x="0" y="0"/>
                </a:moveTo>
                <a:lnTo>
                  <a:pt x="9398262" y="0"/>
                </a:lnTo>
                <a:lnTo>
                  <a:pt x="9398262" y="601052"/>
                </a:lnTo>
                <a:lnTo>
                  <a:pt x="0" y="6010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281965" y="5143500"/>
            <a:ext cx="6970441" cy="561600"/>
          </a:xfrm>
          <a:custGeom>
            <a:avLst/>
            <a:gdLst/>
            <a:ahLst/>
            <a:cxnLst/>
            <a:rect r="r" b="b" t="t" l="l"/>
            <a:pathLst>
              <a:path h="561600" w="6970441">
                <a:moveTo>
                  <a:pt x="0" y="0"/>
                </a:moveTo>
                <a:lnTo>
                  <a:pt x="6970441" y="0"/>
                </a:lnTo>
                <a:lnTo>
                  <a:pt x="6970441" y="561600"/>
                </a:lnTo>
                <a:lnTo>
                  <a:pt x="0" y="5616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281965" y="5857803"/>
            <a:ext cx="9411015" cy="561852"/>
          </a:xfrm>
          <a:custGeom>
            <a:avLst/>
            <a:gdLst/>
            <a:ahLst/>
            <a:cxnLst/>
            <a:rect r="r" b="b" t="t" l="l"/>
            <a:pathLst>
              <a:path h="561852" w="9411015">
                <a:moveTo>
                  <a:pt x="0" y="0"/>
                </a:moveTo>
                <a:lnTo>
                  <a:pt x="9411015" y="0"/>
                </a:lnTo>
                <a:lnTo>
                  <a:pt x="9411015" y="561852"/>
                </a:lnTo>
                <a:lnTo>
                  <a:pt x="0" y="56185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299645" y="6572055"/>
            <a:ext cx="9988355" cy="633652"/>
          </a:xfrm>
          <a:custGeom>
            <a:avLst/>
            <a:gdLst/>
            <a:ahLst/>
            <a:cxnLst/>
            <a:rect r="r" b="b" t="t" l="l"/>
            <a:pathLst>
              <a:path h="633652" w="9988355">
                <a:moveTo>
                  <a:pt x="0" y="0"/>
                </a:moveTo>
                <a:lnTo>
                  <a:pt x="9988355" y="0"/>
                </a:lnTo>
                <a:lnTo>
                  <a:pt x="9988355" y="633652"/>
                </a:lnTo>
                <a:lnTo>
                  <a:pt x="0" y="63365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74190" y="-918582"/>
            <a:ext cx="4360053" cy="4114800"/>
          </a:xfrm>
          <a:custGeom>
            <a:avLst/>
            <a:gdLst/>
            <a:ahLst/>
            <a:cxnLst/>
            <a:rect r="r" b="b" t="t" l="l"/>
            <a:pathLst>
              <a:path h="4114800" w="4360053">
                <a:moveTo>
                  <a:pt x="0" y="0"/>
                </a:moveTo>
                <a:lnTo>
                  <a:pt x="4360053" y="0"/>
                </a:lnTo>
                <a:lnTo>
                  <a:pt x="43600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1151" y="1864489"/>
            <a:ext cx="3006082" cy="2789505"/>
          </a:xfrm>
          <a:custGeom>
            <a:avLst/>
            <a:gdLst/>
            <a:ahLst/>
            <a:cxnLst/>
            <a:rect r="r" b="b" t="t" l="l"/>
            <a:pathLst>
              <a:path h="2789505" w="3006082">
                <a:moveTo>
                  <a:pt x="0" y="0"/>
                </a:moveTo>
                <a:lnTo>
                  <a:pt x="3006082" y="0"/>
                </a:lnTo>
                <a:lnTo>
                  <a:pt x="3006082" y="2789506"/>
                </a:lnTo>
                <a:lnTo>
                  <a:pt x="0" y="27895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72504" y="468061"/>
            <a:ext cx="4021311" cy="2174568"/>
          </a:xfrm>
          <a:custGeom>
            <a:avLst/>
            <a:gdLst/>
            <a:ahLst/>
            <a:cxnLst/>
            <a:rect r="r" b="b" t="t" l="l"/>
            <a:pathLst>
              <a:path h="2174568" w="4021311">
                <a:moveTo>
                  <a:pt x="0" y="0"/>
                </a:moveTo>
                <a:lnTo>
                  <a:pt x="4021311" y="0"/>
                </a:lnTo>
                <a:lnTo>
                  <a:pt x="4021311" y="2174567"/>
                </a:lnTo>
                <a:lnTo>
                  <a:pt x="0" y="2174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25435" y="4155181"/>
            <a:ext cx="4058837" cy="4699706"/>
          </a:xfrm>
          <a:custGeom>
            <a:avLst/>
            <a:gdLst/>
            <a:ahLst/>
            <a:cxnLst/>
            <a:rect r="r" b="b" t="t" l="l"/>
            <a:pathLst>
              <a:path h="4699706" w="4058837">
                <a:moveTo>
                  <a:pt x="0" y="0"/>
                </a:moveTo>
                <a:lnTo>
                  <a:pt x="4058837" y="0"/>
                </a:lnTo>
                <a:lnTo>
                  <a:pt x="4058837" y="4699706"/>
                </a:lnTo>
                <a:lnTo>
                  <a:pt x="0" y="46997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33569" y="4155181"/>
            <a:ext cx="4159890" cy="4816715"/>
          </a:xfrm>
          <a:custGeom>
            <a:avLst/>
            <a:gdLst/>
            <a:ahLst/>
            <a:cxnLst/>
            <a:rect r="r" b="b" t="t" l="l"/>
            <a:pathLst>
              <a:path h="4816715" w="4159890">
                <a:moveTo>
                  <a:pt x="0" y="0"/>
                </a:moveTo>
                <a:lnTo>
                  <a:pt x="4159891" y="0"/>
                </a:lnTo>
                <a:lnTo>
                  <a:pt x="4159891" y="4816715"/>
                </a:lnTo>
                <a:lnTo>
                  <a:pt x="0" y="48167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27617" y="3574791"/>
            <a:ext cx="125447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Origin</a:t>
            </a:r>
          </a:p>
        </p:txBody>
      </p:sp>
      <p:sp>
        <p:nvSpPr>
          <p:cNvPr name="Freeform 8" id="8"/>
          <p:cNvSpPr/>
          <p:nvPr/>
        </p:nvSpPr>
        <p:spPr>
          <a:xfrm>
            <a:off x="3717233" y="2749681"/>
            <a:ext cx="6011248" cy="2353527"/>
          </a:xfrm>
          <a:custGeom>
            <a:avLst/>
            <a:gdLst/>
            <a:ahLst/>
            <a:cxnLst/>
            <a:rect r="r" b="b" t="t" l="l"/>
            <a:pathLst>
              <a:path h="2353527" w="6011248">
                <a:moveTo>
                  <a:pt x="0" y="0"/>
                </a:moveTo>
                <a:lnTo>
                  <a:pt x="4600138" y="0"/>
                </a:lnTo>
                <a:cubicBezTo>
                  <a:pt x="4726390" y="0"/>
                  <a:pt x="4828738" y="102348"/>
                  <a:pt x="4828738" y="228600"/>
                </a:cubicBezTo>
                <a:lnTo>
                  <a:pt x="4828738" y="2124927"/>
                </a:lnTo>
                <a:cubicBezTo>
                  <a:pt x="4828738" y="2185556"/>
                  <a:pt x="4852823" y="2243701"/>
                  <a:pt x="4895694" y="2286572"/>
                </a:cubicBezTo>
                <a:cubicBezTo>
                  <a:pt x="4938564" y="2329443"/>
                  <a:pt x="4996710" y="2353527"/>
                  <a:pt x="5057338" y="2353527"/>
                </a:cubicBezTo>
                <a:lnTo>
                  <a:pt x="6011248" y="2353527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3717233" y="2749681"/>
            <a:ext cx="408203" cy="239381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3717233" y="1555345"/>
            <a:ext cx="1255271" cy="12233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89965" y="2882683"/>
            <a:ext cx="2797336" cy="0"/>
          </a:xfrm>
          <a:prstGeom prst="line">
            <a:avLst/>
          </a:prstGeom>
          <a:ln cap="flat" w="38100">
            <a:solidFill>
              <a:srgbClr val="CB6C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89965" y="3418765"/>
            <a:ext cx="2797336" cy="0"/>
          </a:xfrm>
          <a:prstGeom prst="line">
            <a:avLst/>
          </a:prstGeom>
          <a:ln cap="flat" w="38100">
            <a:solidFill>
              <a:srgbClr val="CB6C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15524" y="3952165"/>
            <a:ext cx="2797336" cy="0"/>
          </a:xfrm>
          <a:prstGeom prst="line">
            <a:avLst/>
          </a:prstGeom>
          <a:ln cap="flat" w="38100">
            <a:solidFill>
              <a:srgbClr val="CB6C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5266827" y="2464951"/>
            <a:ext cx="3432665" cy="0"/>
          </a:xfrm>
          <a:prstGeom prst="line">
            <a:avLst/>
          </a:prstGeom>
          <a:ln cap="flat" w="38100">
            <a:solidFill>
              <a:srgbClr val="CB6C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4265419" y="8703823"/>
            <a:ext cx="3693401" cy="0"/>
          </a:xfrm>
          <a:prstGeom prst="line">
            <a:avLst/>
          </a:prstGeom>
          <a:ln cap="flat" w="38100">
            <a:solidFill>
              <a:srgbClr val="CB6C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9633569" y="1028700"/>
            <a:ext cx="7747019" cy="1855707"/>
          </a:xfrm>
          <a:custGeom>
            <a:avLst/>
            <a:gdLst/>
            <a:ahLst/>
            <a:cxnLst/>
            <a:rect r="r" b="b" t="t" l="l"/>
            <a:pathLst>
              <a:path h="1855707" w="7747019">
                <a:moveTo>
                  <a:pt x="0" y="0"/>
                </a:moveTo>
                <a:lnTo>
                  <a:pt x="7747020" y="0"/>
                </a:lnTo>
                <a:lnTo>
                  <a:pt x="7747020" y="1855707"/>
                </a:lnTo>
                <a:lnTo>
                  <a:pt x="0" y="18557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387981" y="3574791"/>
            <a:ext cx="241562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Destination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435982">
            <a:off x="14459420" y="6831570"/>
            <a:ext cx="4360053" cy="4114800"/>
          </a:xfrm>
          <a:custGeom>
            <a:avLst/>
            <a:gdLst/>
            <a:ahLst/>
            <a:cxnLst/>
            <a:rect r="r" b="b" t="t" l="l"/>
            <a:pathLst>
              <a:path h="4114800" w="4360053">
                <a:moveTo>
                  <a:pt x="0" y="0"/>
                </a:moveTo>
                <a:lnTo>
                  <a:pt x="4360053" y="0"/>
                </a:lnTo>
                <a:lnTo>
                  <a:pt x="43600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1026" y="442279"/>
            <a:ext cx="7999843" cy="5766068"/>
          </a:xfrm>
          <a:custGeom>
            <a:avLst/>
            <a:gdLst/>
            <a:ahLst/>
            <a:cxnLst/>
            <a:rect r="r" b="b" t="t" l="l"/>
            <a:pathLst>
              <a:path h="5766068" w="7999843">
                <a:moveTo>
                  <a:pt x="0" y="0"/>
                </a:moveTo>
                <a:lnTo>
                  <a:pt x="7999842" y="0"/>
                </a:lnTo>
                <a:lnTo>
                  <a:pt x="7999842" y="5766067"/>
                </a:lnTo>
                <a:lnTo>
                  <a:pt x="0" y="5766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53" t="0" r="-1453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34460" y="7312626"/>
            <a:ext cx="9388220" cy="1702689"/>
          </a:xfrm>
          <a:custGeom>
            <a:avLst/>
            <a:gdLst/>
            <a:ahLst/>
            <a:cxnLst/>
            <a:rect r="r" b="b" t="t" l="l"/>
            <a:pathLst>
              <a:path h="1702689" w="9388220">
                <a:moveTo>
                  <a:pt x="0" y="0"/>
                </a:moveTo>
                <a:lnTo>
                  <a:pt x="9388220" y="0"/>
                </a:lnTo>
                <a:lnTo>
                  <a:pt x="9388220" y="1702688"/>
                </a:lnTo>
                <a:lnTo>
                  <a:pt x="0" y="1702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80573" y="1378846"/>
            <a:ext cx="4486754" cy="4655007"/>
          </a:xfrm>
          <a:custGeom>
            <a:avLst/>
            <a:gdLst/>
            <a:ahLst/>
            <a:cxnLst/>
            <a:rect r="r" b="b" t="t" l="l"/>
            <a:pathLst>
              <a:path h="4655007" w="4486754">
                <a:moveTo>
                  <a:pt x="0" y="0"/>
                </a:moveTo>
                <a:lnTo>
                  <a:pt x="4486754" y="0"/>
                </a:lnTo>
                <a:lnTo>
                  <a:pt x="4486754" y="4655007"/>
                </a:lnTo>
                <a:lnTo>
                  <a:pt x="0" y="465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3087407" y="2357998"/>
            <a:ext cx="893166" cy="130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825895" y="1402259"/>
            <a:ext cx="4464187" cy="4631594"/>
          </a:xfrm>
          <a:custGeom>
            <a:avLst/>
            <a:gdLst/>
            <a:ahLst/>
            <a:cxnLst/>
            <a:rect r="r" b="b" t="t" l="l"/>
            <a:pathLst>
              <a:path h="4631594" w="4464187">
                <a:moveTo>
                  <a:pt x="0" y="0"/>
                </a:moveTo>
                <a:lnTo>
                  <a:pt x="4464187" y="0"/>
                </a:lnTo>
                <a:lnTo>
                  <a:pt x="4464187" y="4631594"/>
                </a:lnTo>
                <a:lnTo>
                  <a:pt x="0" y="46315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9032084" y="5832256"/>
            <a:ext cx="2797336" cy="0"/>
          </a:xfrm>
          <a:prstGeom prst="line">
            <a:avLst/>
          </a:prstGeom>
          <a:ln cap="flat" w="38100">
            <a:solidFill>
              <a:srgbClr val="CB6C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4194860" y="5162550"/>
            <a:ext cx="2797336" cy="0"/>
          </a:xfrm>
          <a:prstGeom prst="line">
            <a:avLst/>
          </a:prstGeom>
          <a:ln cap="flat" w="38100">
            <a:solidFill>
              <a:srgbClr val="CB6C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1831725">
            <a:off x="-742937" y="7811340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0" y="0"/>
                </a:moveTo>
                <a:lnTo>
                  <a:pt x="3125458" y="0"/>
                </a:lnTo>
                <a:lnTo>
                  <a:pt x="3125458" y="3497537"/>
                </a:lnTo>
                <a:lnTo>
                  <a:pt x="0" y="34975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430752" y="821869"/>
            <a:ext cx="125447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Origin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02177" y="821869"/>
            <a:ext cx="241562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Destination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88884" y="571330"/>
            <a:ext cx="2671442" cy="899223"/>
          </a:xfrm>
          <a:prstGeom prst="line">
            <a:avLst/>
          </a:prstGeom>
          <a:ln cap="flat" w="3810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60326" y="590380"/>
            <a:ext cx="3266922" cy="667869"/>
          </a:xfrm>
          <a:prstGeom prst="line">
            <a:avLst/>
          </a:pr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6531064" y="590380"/>
            <a:ext cx="3250633" cy="686533"/>
          </a:xfrm>
          <a:prstGeom prst="line">
            <a:avLst/>
          </a:prstGeom>
          <a:ln cap="flat" w="38100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9785512" y="571716"/>
            <a:ext cx="3266922" cy="667869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06951" y="2317097"/>
            <a:ext cx="4316017" cy="3586690"/>
          </a:xfrm>
          <a:custGeom>
            <a:avLst/>
            <a:gdLst/>
            <a:ahLst/>
            <a:cxnLst/>
            <a:rect r="r" b="b" t="t" l="l"/>
            <a:pathLst>
              <a:path h="3586690" w="4316017">
                <a:moveTo>
                  <a:pt x="0" y="0"/>
                </a:moveTo>
                <a:lnTo>
                  <a:pt x="4316017" y="0"/>
                </a:lnTo>
                <a:lnTo>
                  <a:pt x="4316017" y="3586690"/>
                </a:lnTo>
                <a:lnTo>
                  <a:pt x="0" y="3586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438525" y="724852"/>
            <a:ext cx="2728912" cy="1057275"/>
            <a:chOff x="0" y="0"/>
            <a:chExt cx="3638550" cy="1409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3250" y="50800"/>
              <a:ext cx="3543229" cy="1309327"/>
            </a:xfrm>
            <a:custGeom>
              <a:avLst/>
              <a:gdLst/>
              <a:ahLst/>
              <a:cxnLst/>
              <a:rect r="r" b="b" t="t" l="l"/>
              <a:pathLst>
                <a:path h="1309327" w="3543229">
                  <a:moveTo>
                    <a:pt x="57080" y="25400"/>
                  </a:moveTo>
                  <a:cubicBezTo>
                    <a:pt x="63430" y="186690"/>
                    <a:pt x="74860" y="196850"/>
                    <a:pt x="91370" y="217170"/>
                  </a:cubicBezTo>
                  <a:cubicBezTo>
                    <a:pt x="116770" y="251460"/>
                    <a:pt x="154870" y="308610"/>
                    <a:pt x="205670" y="337820"/>
                  </a:cubicBezTo>
                  <a:cubicBezTo>
                    <a:pt x="269170" y="374650"/>
                    <a:pt x="377120" y="373380"/>
                    <a:pt x="453320" y="402590"/>
                  </a:cubicBezTo>
                  <a:cubicBezTo>
                    <a:pt x="523170" y="429260"/>
                    <a:pt x="573970" y="469900"/>
                    <a:pt x="646360" y="501650"/>
                  </a:cubicBezTo>
                  <a:cubicBezTo>
                    <a:pt x="736530" y="538480"/>
                    <a:pt x="869880" y="565150"/>
                    <a:pt x="951160" y="605790"/>
                  </a:cubicBezTo>
                  <a:cubicBezTo>
                    <a:pt x="1013390" y="635000"/>
                    <a:pt x="1059110" y="666750"/>
                    <a:pt x="1103560" y="704850"/>
                  </a:cubicBezTo>
                  <a:cubicBezTo>
                    <a:pt x="1148010" y="741680"/>
                    <a:pt x="1189920" y="787400"/>
                    <a:pt x="1219130" y="829310"/>
                  </a:cubicBezTo>
                  <a:cubicBezTo>
                    <a:pt x="1244530" y="864870"/>
                    <a:pt x="1259770" y="902970"/>
                    <a:pt x="1276280" y="937260"/>
                  </a:cubicBezTo>
                  <a:cubicBezTo>
                    <a:pt x="1291520" y="969010"/>
                    <a:pt x="1302950" y="990600"/>
                    <a:pt x="1314380" y="1028700"/>
                  </a:cubicBezTo>
                  <a:cubicBezTo>
                    <a:pt x="1332160" y="1088390"/>
                    <a:pt x="1319460" y="1244600"/>
                    <a:pt x="1360100" y="1266190"/>
                  </a:cubicBezTo>
                  <a:cubicBezTo>
                    <a:pt x="1396930" y="1283970"/>
                    <a:pt x="1464240" y="1206500"/>
                    <a:pt x="1531550" y="1184910"/>
                  </a:cubicBezTo>
                  <a:cubicBezTo>
                    <a:pt x="1616640" y="1156970"/>
                    <a:pt x="1737290" y="1139190"/>
                    <a:pt x="1833810" y="1123950"/>
                  </a:cubicBezTo>
                  <a:cubicBezTo>
                    <a:pt x="1922710" y="1109980"/>
                    <a:pt x="1986210" y="1102360"/>
                    <a:pt x="2087810" y="1096010"/>
                  </a:cubicBezTo>
                  <a:cubicBezTo>
                    <a:pt x="2240210" y="1085850"/>
                    <a:pt x="2476430" y="1103630"/>
                    <a:pt x="2656770" y="1084580"/>
                  </a:cubicBezTo>
                  <a:cubicBezTo>
                    <a:pt x="2826950" y="1065530"/>
                    <a:pt x="3058090" y="1009650"/>
                    <a:pt x="3143180" y="985520"/>
                  </a:cubicBezTo>
                  <a:cubicBezTo>
                    <a:pt x="3174930" y="977900"/>
                    <a:pt x="3182550" y="976630"/>
                    <a:pt x="3207950" y="963930"/>
                  </a:cubicBezTo>
                  <a:cubicBezTo>
                    <a:pt x="3252400" y="942340"/>
                    <a:pt x="3329870" y="895350"/>
                    <a:pt x="3380670" y="855980"/>
                  </a:cubicBezTo>
                  <a:cubicBezTo>
                    <a:pt x="3428930" y="819150"/>
                    <a:pt x="3479730" y="744220"/>
                    <a:pt x="3507670" y="734060"/>
                  </a:cubicBezTo>
                  <a:cubicBezTo>
                    <a:pt x="3517830" y="730250"/>
                    <a:pt x="3525450" y="732790"/>
                    <a:pt x="3530530" y="735330"/>
                  </a:cubicBezTo>
                  <a:cubicBezTo>
                    <a:pt x="3536880" y="739140"/>
                    <a:pt x="3543230" y="749300"/>
                    <a:pt x="3543230" y="756920"/>
                  </a:cubicBezTo>
                  <a:cubicBezTo>
                    <a:pt x="3543230" y="764540"/>
                    <a:pt x="3533070" y="778510"/>
                    <a:pt x="3525450" y="782320"/>
                  </a:cubicBezTo>
                  <a:cubicBezTo>
                    <a:pt x="3519100" y="784860"/>
                    <a:pt x="3507670" y="782320"/>
                    <a:pt x="3502590" y="777240"/>
                  </a:cubicBezTo>
                  <a:cubicBezTo>
                    <a:pt x="3496240" y="773430"/>
                    <a:pt x="3492430" y="763270"/>
                    <a:pt x="3492430" y="755650"/>
                  </a:cubicBezTo>
                  <a:cubicBezTo>
                    <a:pt x="3492430" y="749300"/>
                    <a:pt x="3498780" y="739140"/>
                    <a:pt x="3505130" y="735330"/>
                  </a:cubicBezTo>
                  <a:cubicBezTo>
                    <a:pt x="3511480" y="732790"/>
                    <a:pt x="3529260" y="734060"/>
                    <a:pt x="3535610" y="739140"/>
                  </a:cubicBezTo>
                  <a:cubicBezTo>
                    <a:pt x="3540690" y="745490"/>
                    <a:pt x="3544500" y="758190"/>
                    <a:pt x="3540690" y="769620"/>
                  </a:cubicBezTo>
                  <a:cubicBezTo>
                    <a:pt x="3531800" y="796290"/>
                    <a:pt x="3470840" y="844550"/>
                    <a:pt x="3426390" y="880110"/>
                  </a:cubicBezTo>
                  <a:cubicBezTo>
                    <a:pt x="3375590" y="922020"/>
                    <a:pt x="3294310" y="976630"/>
                    <a:pt x="3247320" y="1000760"/>
                  </a:cubicBezTo>
                  <a:cubicBezTo>
                    <a:pt x="3220650" y="1016000"/>
                    <a:pt x="3214300" y="1018540"/>
                    <a:pt x="3181280" y="1028700"/>
                  </a:cubicBezTo>
                  <a:cubicBezTo>
                    <a:pt x="3089840" y="1056640"/>
                    <a:pt x="2839650" y="1115060"/>
                    <a:pt x="2661850" y="1134110"/>
                  </a:cubicBezTo>
                  <a:cubicBezTo>
                    <a:pt x="2476430" y="1155700"/>
                    <a:pt x="2241480" y="1136650"/>
                    <a:pt x="2090350" y="1145540"/>
                  </a:cubicBezTo>
                  <a:cubicBezTo>
                    <a:pt x="1991290" y="1153160"/>
                    <a:pt x="1930330" y="1160780"/>
                    <a:pt x="1842700" y="1174750"/>
                  </a:cubicBezTo>
                  <a:cubicBezTo>
                    <a:pt x="1742370" y="1189990"/>
                    <a:pt x="1602670" y="1212850"/>
                    <a:pt x="1523930" y="1240790"/>
                  </a:cubicBezTo>
                  <a:cubicBezTo>
                    <a:pt x="1473130" y="1258570"/>
                    <a:pt x="1438840" y="1294130"/>
                    <a:pt x="1404550" y="1303020"/>
                  </a:cubicBezTo>
                  <a:cubicBezTo>
                    <a:pt x="1381690" y="1309370"/>
                    <a:pt x="1358830" y="1310640"/>
                    <a:pt x="1343590" y="1308100"/>
                  </a:cubicBezTo>
                  <a:cubicBezTo>
                    <a:pt x="1333430" y="1305560"/>
                    <a:pt x="1324540" y="1303020"/>
                    <a:pt x="1319460" y="1295400"/>
                  </a:cubicBezTo>
                  <a:cubicBezTo>
                    <a:pt x="1311840" y="1287780"/>
                    <a:pt x="1311840" y="1275080"/>
                    <a:pt x="1306760" y="1258570"/>
                  </a:cubicBezTo>
                  <a:cubicBezTo>
                    <a:pt x="1299140" y="1224280"/>
                    <a:pt x="1292790" y="1151890"/>
                    <a:pt x="1281360" y="1104900"/>
                  </a:cubicBezTo>
                  <a:cubicBezTo>
                    <a:pt x="1271200" y="1062990"/>
                    <a:pt x="1259770" y="1027430"/>
                    <a:pt x="1243260" y="988060"/>
                  </a:cubicBezTo>
                  <a:cubicBezTo>
                    <a:pt x="1225480" y="946150"/>
                    <a:pt x="1203890" y="896620"/>
                    <a:pt x="1179760" y="861060"/>
                  </a:cubicBezTo>
                  <a:cubicBezTo>
                    <a:pt x="1159440" y="830580"/>
                    <a:pt x="1137850" y="811530"/>
                    <a:pt x="1113720" y="786130"/>
                  </a:cubicBezTo>
                  <a:cubicBezTo>
                    <a:pt x="1085780" y="758190"/>
                    <a:pt x="1052760" y="725170"/>
                    <a:pt x="1021010" y="702310"/>
                  </a:cubicBezTo>
                  <a:cubicBezTo>
                    <a:pt x="991800" y="681990"/>
                    <a:pt x="972750" y="670560"/>
                    <a:pt x="933380" y="652780"/>
                  </a:cubicBezTo>
                  <a:cubicBezTo>
                    <a:pt x="863530" y="621030"/>
                    <a:pt x="717480" y="586740"/>
                    <a:pt x="628580" y="548640"/>
                  </a:cubicBezTo>
                  <a:cubicBezTo>
                    <a:pt x="556190" y="518160"/>
                    <a:pt x="502850" y="473710"/>
                    <a:pt x="436810" y="450850"/>
                  </a:cubicBezTo>
                  <a:cubicBezTo>
                    <a:pt x="374580" y="427990"/>
                    <a:pt x="292030" y="426720"/>
                    <a:pt x="242500" y="408940"/>
                  </a:cubicBezTo>
                  <a:cubicBezTo>
                    <a:pt x="209480" y="397510"/>
                    <a:pt x="190430" y="389890"/>
                    <a:pt x="163760" y="369570"/>
                  </a:cubicBezTo>
                  <a:cubicBezTo>
                    <a:pt x="125660" y="341630"/>
                    <a:pt x="69780" y="275590"/>
                    <a:pt x="44380" y="241300"/>
                  </a:cubicBezTo>
                  <a:cubicBezTo>
                    <a:pt x="29140" y="220980"/>
                    <a:pt x="18980" y="212090"/>
                    <a:pt x="12630" y="187960"/>
                  </a:cubicBezTo>
                  <a:cubicBezTo>
                    <a:pt x="1200" y="148590"/>
                    <a:pt x="-6420" y="46990"/>
                    <a:pt x="7550" y="19050"/>
                  </a:cubicBezTo>
                  <a:cubicBezTo>
                    <a:pt x="13900" y="7620"/>
                    <a:pt x="26600" y="0"/>
                    <a:pt x="35490" y="0"/>
                  </a:cubicBezTo>
                  <a:cubicBezTo>
                    <a:pt x="43110" y="1270"/>
                    <a:pt x="57080" y="25400"/>
                    <a:pt x="57080" y="25400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AutoShape 9" id="9"/>
          <p:cNvSpPr/>
          <p:nvPr/>
        </p:nvSpPr>
        <p:spPr>
          <a:xfrm flipV="true">
            <a:off x="3927469" y="1694619"/>
            <a:ext cx="633184" cy="608745"/>
          </a:xfrm>
          <a:prstGeom prst="line">
            <a:avLst/>
          </a:prstGeom>
          <a:ln cap="flat" w="38100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5873942" y="2317097"/>
            <a:ext cx="11099671" cy="2178049"/>
          </a:xfrm>
          <a:custGeom>
            <a:avLst/>
            <a:gdLst/>
            <a:ahLst/>
            <a:cxnLst/>
            <a:rect r="r" b="b" t="t" l="l"/>
            <a:pathLst>
              <a:path h="2178049" w="11099671">
                <a:moveTo>
                  <a:pt x="0" y="0"/>
                </a:moveTo>
                <a:lnTo>
                  <a:pt x="11099672" y="0"/>
                </a:lnTo>
                <a:lnTo>
                  <a:pt x="11099672" y="2178048"/>
                </a:lnTo>
                <a:lnTo>
                  <a:pt x="0" y="2178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831725">
            <a:off x="-742937" y="7811340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0" y="0"/>
                </a:moveTo>
                <a:lnTo>
                  <a:pt x="3125458" y="0"/>
                </a:lnTo>
                <a:lnTo>
                  <a:pt x="3125458" y="3497537"/>
                </a:lnTo>
                <a:lnTo>
                  <a:pt x="0" y="3497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5869" y="6732462"/>
            <a:ext cx="4021409" cy="1927618"/>
          </a:xfrm>
          <a:custGeom>
            <a:avLst/>
            <a:gdLst/>
            <a:ahLst/>
            <a:cxnLst/>
            <a:rect r="r" b="b" t="t" l="l"/>
            <a:pathLst>
              <a:path h="1927618" w="4021409">
                <a:moveTo>
                  <a:pt x="0" y="0"/>
                </a:moveTo>
                <a:lnTo>
                  <a:pt x="4021409" y="0"/>
                </a:lnTo>
                <a:lnTo>
                  <a:pt x="4021409" y="1927618"/>
                </a:lnTo>
                <a:lnTo>
                  <a:pt x="0" y="19276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3473863" y="7880583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0" y="0"/>
                </a:moveTo>
                <a:lnTo>
                  <a:pt x="2196274" y="0"/>
                </a:lnTo>
                <a:lnTo>
                  <a:pt x="21962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560653" y="6722143"/>
            <a:ext cx="3795288" cy="2312256"/>
          </a:xfrm>
          <a:custGeom>
            <a:avLst/>
            <a:gdLst/>
            <a:ahLst/>
            <a:cxnLst/>
            <a:rect r="r" b="b" t="t" l="l"/>
            <a:pathLst>
              <a:path h="2312256" w="3795288">
                <a:moveTo>
                  <a:pt x="0" y="0"/>
                </a:moveTo>
                <a:lnTo>
                  <a:pt x="3795289" y="0"/>
                </a:lnTo>
                <a:lnTo>
                  <a:pt x="3795289" y="2312256"/>
                </a:lnTo>
                <a:lnTo>
                  <a:pt x="0" y="23122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684383" y="4976045"/>
            <a:ext cx="4363777" cy="1961866"/>
          </a:xfrm>
          <a:custGeom>
            <a:avLst/>
            <a:gdLst/>
            <a:ahLst/>
            <a:cxnLst/>
            <a:rect r="r" b="b" t="t" l="l"/>
            <a:pathLst>
              <a:path h="1961866" w="4363777">
                <a:moveTo>
                  <a:pt x="0" y="0"/>
                </a:moveTo>
                <a:lnTo>
                  <a:pt x="4363777" y="0"/>
                </a:lnTo>
                <a:lnTo>
                  <a:pt x="4363777" y="1961866"/>
                </a:lnTo>
                <a:lnTo>
                  <a:pt x="0" y="19618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688658" y="7414161"/>
            <a:ext cx="4363777" cy="2375440"/>
          </a:xfrm>
          <a:custGeom>
            <a:avLst/>
            <a:gdLst/>
            <a:ahLst/>
            <a:cxnLst/>
            <a:rect r="r" b="b" t="t" l="l"/>
            <a:pathLst>
              <a:path h="2375440" w="4363777">
                <a:moveTo>
                  <a:pt x="0" y="0"/>
                </a:moveTo>
                <a:lnTo>
                  <a:pt x="4363776" y="0"/>
                </a:lnTo>
                <a:lnTo>
                  <a:pt x="4363776" y="2375440"/>
                </a:lnTo>
                <a:lnTo>
                  <a:pt x="0" y="23754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437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733431" y="5909777"/>
            <a:ext cx="4291342" cy="2056268"/>
          </a:xfrm>
          <a:custGeom>
            <a:avLst/>
            <a:gdLst/>
            <a:ahLst/>
            <a:cxnLst/>
            <a:rect r="r" b="b" t="t" l="l"/>
            <a:pathLst>
              <a:path h="2056268" w="4291342">
                <a:moveTo>
                  <a:pt x="0" y="0"/>
                </a:moveTo>
                <a:lnTo>
                  <a:pt x="4291342" y="0"/>
                </a:lnTo>
                <a:lnTo>
                  <a:pt x="4291342" y="2056268"/>
                </a:lnTo>
                <a:lnTo>
                  <a:pt x="0" y="205626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8247" y="1294278"/>
            <a:ext cx="125447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Origin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15479" y="504655"/>
            <a:ext cx="28969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48160" y="780563"/>
            <a:ext cx="241562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Destination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40665" y="523705"/>
            <a:ext cx="30234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82402" y="1210238"/>
            <a:ext cx="29668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8306" y="856368"/>
            <a:ext cx="13007076" cy="1109130"/>
          </a:xfrm>
          <a:custGeom>
            <a:avLst/>
            <a:gdLst/>
            <a:ahLst/>
            <a:cxnLst/>
            <a:rect r="r" b="b" t="t" l="l"/>
            <a:pathLst>
              <a:path h="1109130" w="13007076">
                <a:moveTo>
                  <a:pt x="0" y="0"/>
                </a:moveTo>
                <a:lnTo>
                  <a:pt x="13007076" y="0"/>
                </a:lnTo>
                <a:lnTo>
                  <a:pt x="13007076" y="1109131"/>
                </a:lnTo>
                <a:lnTo>
                  <a:pt x="0" y="1109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8306" y="2782422"/>
            <a:ext cx="16380994" cy="2221672"/>
          </a:xfrm>
          <a:custGeom>
            <a:avLst/>
            <a:gdLst/>
            <a:ahLst/>
            <a:cxnLst/>
            <a:rect r="r" b="b" t="t" l="l"/>
            <a:pathLst>
              <a:path h="2221672" w="16380994">
                <a:moveTo>
                  <a:pt x="0" y="0"/>
                </a:moveTo>
                <a:lnTo>
                  <a:pt x="16380994" y="0"/>
                </a:lnTo>
                <a:lnTo>
                  <a:pt x="16380994" y="2221673"/>
                </a:lnTo>
                <a:lnTo>
                  <a:pt x="0" y="2221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35982">
            <a:off x="14468945" y="6831570"/>
            <a:ext cx="4360053" cy="4114800"/>
          </a:xfrm>
          <a:custGeom>
            <a:avLst/>
            <a:gdLst/>
            <a:ahLst/>
            <a:cxnLst/>
            <a:rect r="r" b="b" t="t" l="l"/>
            <a:pathLst>
              <a:path h="4114800" w="4360053">
                <a:moveTo>
                  <a:pt x="0" y="0"/>
                </a:moveTo>
                <a:lnTo>
                  <a:pt x="4360053" y="0"/>
                </a:lnTo>
                <a:lnTo>
                  <a:pt x="43600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2148079" y="8839846"/>
            <a:ext cx="2440518" cy="2623557"/>
          </a:xfrm>
          <a:custGeom>
            <a:avLst/>
            <a:gdLst/>
            <a:ahLst/>
            <a:cxnLst/>
            <a:rect r="r" b="b" t="t" l="l"/>
            <a:pathLst>
              <a:path h="2623557" w="2440518">
                <a:moveTo>
                  <a:pt x="2440517" y="2623557"/>
                </a:moveTo>
                <a:lnTo>
                  <a:pt x="0" y="2623557"/>
                </a:lnTo>
                <a:lnTo>
                  <a:pt x="0" y="0"/>
                </a:lnTo>
                <a:lnTo>
                  <a:pt x="2440517" y="0"/>
                </a:lnTo>
                <a:lnTo>
                  <a:pt x="2440517" y="262355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831725">
            <a:off x="-742937" y="7811340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0" y="0"/>
                </a:moveTo>
                <a:lnTo>
                  <a:pt x="3125458" y="0"/>
                </a:lnTo>
                <a:lnTo>
                  <a:pt x="3125458" y="3497537"/>
                </a:lnTo>
                <a:lnTo>
                  <a:pt x="0" y="3497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3473863" y="7880583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0" y="0"/>
                </a:moveTo>
                <a:lnTo>
                  <a:pt x="2196274" y="0"/>
                </a:lnTo>
                <a:lnTo>
                  <a:pt x="21962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19683"/>
            <a:ext cx="3354942" cy="5542364"/>
          </a:xfrm>
          <a:custGeom>
            <a:avLst/>
            <a:gdLst/>
            <a:ahLst/>
            <a:cxnLst/>
            <a:rect r="r" b="b" t="t" l="l"/>
            <a:pathLst>
              <a:path h="5542364" w="3354942">
                <a:moveTo>
                  <a:pt x="0" y="0"/>
                </a:moveTo>
                <a:lnTo>
                  <a:pt x="3354942" y="0"/>
                </a:lnTo>
                <a:lnTo>
                  <a:pt x="3354942" y="5542363"/>
                </a:lnTo>
                <a:lnTo>
                  <a:pt x="0" y="5542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65294" y="2518537"/>
            <a:ext cx="6683678" cy="1405446"/>
          </a:xfrm>
          <a:custGeom>
            <a:avLst/>
            <a:gdLst/>
            <a:ahLst/>
            <a:cxnLst/>
            <a:rect r="r" b="b" t="t" l="l"/>
            <a:pathLst>
              <a:path h="1405446" w="6683678">
                <a:moveTo>
                  <a:pt x="0" y="0"/>
                </a:moveTo>
                <a:lnTo>
                  <a:pt x="6683678" y="0"/>
                </a:lnTo>
                <a:lnTo>
                  <a:pt x="6683678" y="1405446"/>
                </a:lnTo>
                <a:lnTo>
                  <a:pt x="0" y="1405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65294" y="4150355"/>
            <a:ext cx="6589368" cy="1374253"/>
          </a:xfrm>
          <a:custGeom>
            <a:avLst/>
            <a:gdLst/>
            <a:ahLst/>
            <a:cxnLst/>
            <a:rect r="r" b="b" t="t" l="l"/>
            <a:pathLst>
              <a:path h="1374253" w="6589368">
                <a:moveTo>
                  <a:pt x="0" y="0"/>
                </a:moveTo>
                <a:lnTo>
                  <a:pt x="6589368" y="0"/>
                </a:lnTo>
                <a:lnTo>
                  <a:pt x="6589368" y="1374253"/>
                </a:lnTo>
                <a:lnTo>
                  <a:pt x="0" y="13742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46218" y="6571064"/>
            <a:ext cx="6257629" cy="960715"/>
          </a:xfrm>
          <a:custGeom>
            <a:avLst/>
            <a:gdLst/>
            <a:ahLst/>
            <a:cxnLst/>
            <a:rect r="r" b="b" t="t" l="l"/>
            <a:pathLst>
              <a:path h="960715" w="6257629">
                <a:moveTo>
                  <a:pt x="0" y="0"/>
                </a:moveTo>
                <a:lnTo>
                  <a:pt x="6257629" y="0"/>
                </a:lnTo>
                <a:lnTo>
                  <a:pt x="6257629" y="960714"/>
                </a:lnTo>
                <a:lnTo>
                  <a:pt x="0" y="9607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2607571" y="1755144"/>
            <a:ext cx="20136" cy="74596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073209" y="319683"/>
            <a:ext cx="9030639" cy="1418034"/>
          </a:xfrm>
          <a:custGeom>
            <a:avLst/>
            <a:gdLst/>
            <a:ahLst/>
            <a:cxnLst/>
            <a:rect r="r" b="b" t="t" l="l"/>
            <a:pathLst>
              <a:path h="1418034" w="9030639">
                <a:moveTo>
                  <a:pt x="0" y="0"/>
                </a:moveTo>
                <a:lnTo>
                  <a:pt x="9030638" y="0"/>
                </a:lnTo>
                <a:lnTo>
                  <a:pt x="9030638" y="1418034"/>
                </a:lnTo>
                <a:lnTo>
                  <a:pt x="0" y="14180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3473863" y="7880583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0" y="0"/>
                </a:moveTo>
                <a:lnTo>
                  <a:pt x="2196274" y="0"/>
                </a:lnTo>
                <a:lnTo>
                  <a:pt x="21962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831725">
            <a:off x="-742937" y="7811340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0" y="0"/>
                </a:moveTo>
                <a:lnTo>
                  <a:pt x="3125458" y="0"/>
                </a:lnTo>
                <a:lnTo>
                  <a:pt x="3125458" y="3497537"/>
                </a:lnTo>
                <a:lnTo>
                  <a:pt x="0" y="34975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435982">
            <a:off x="14468945" y="6831570"/>
            <a:ext cx="4360053" cy="4114800"/>
          </a:xfrm>
          <a:custGeom>
            <a:avLst/>
            <a:gdLst/>
            <a:ahLst/>
            <a:cxnLst/>
            <a:rect r="r" b="b" t="t" l="l"/>
            <a:pathLst>
              <a:path h="4114800" w="4360053">
                <a:moveTo>
                  <a:pt x="0" y="0"/>
                </a:moveTo>
                <a:lnTo>
                  <a:pt x="4360053" y="0"/>
                </a:lnTo>
                <a:lnTo>
                  <a:pt x="43600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2148079" y="8839846"/>
            <a:ext cx="2440518" cy="2623557"/>
          </a:xfrm>
          <a:custGeom>
            <a:avLst/>
            <a:gdLst/>
            <a:ahLst/>
            <a:cxnLst/>
            <a:rect r="r" b="b" t="t" l="l"/>
            <a:pathLst>
              <a:path h="2623557" w="2440518">
                <a:moveTo>
                  <a:pt x="2440517" y="2623557"/>
                </a:moveTo>
                <a:lnTo>
                  <a:pt x="0" y="2623557"/>
                </a:lnTo>
                <a:lnTo>
                  <a:pt x="0" y="0"/>
                </a:lnTo>
                <a:lnTo>
                  <a:pt x="2440517" y="0"/>
                </a:lnTo>
                <a:lnTo>
                  <a:pt x="2440517" y="2623557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6263793"/>
            <a:ext cx="4473867" cy="3674191"/>
          </a:xfrm>
          <a:custGeom>
            <a:avLst/>
            <a:gdLst/>
            <a:ahLst/>
            <a:cxnLst/>
            <a:rect r="r" b="b" t="t" l="l"/>
            <a:pathLst>
              <a:path h="3674191" w="4473867">
                <a:moveTo>
                  <a:pt x="0" y="0"/>
                </a:moveTo>
                <a:lnTo>
                  <a:pt x="4473867" y="0"/>
                </a:lnTo>
                <a:lnTo>
                  <a:pt x="4473867" y="3674190"/>
                </a:lnTo>
                <a:lnTo>
                  <a:pt x="0" y="36741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7750" y="1280923"/>
            <a:ext cx="12298949" cy="4848220"/>
          </a:xfrm>
          <a:custGeom>
            <a:avLst/>
            <a:gdLst/>
            <a:ahLst/>
            <a:cxnLst/>
            <a:rect r="r" b="b" t="t" l="l"/>
            <a:pathLst>
              <a:path h="4848220" w="12298949">
                <a:moveTo>
                  <a:pt x="0" y="0"/>
                </a:moveTo>
                <a:lnTo>
                  <a:pt x="12298949" y="0"/>
                </a:lnTo>
                <a:lnTo>
                  <a:pt x="12298949" y="4848221"/>
                </a:lnTo>
                <a:lnTo>
                  <a:pt x="0" y="48482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9642" y="446266"/>
            <a:ext cx="8407145" cy="2734445"/>
          </a:xfrm>
          <a:custGeom>
            <a:avLst/>
            <a:gdLst/>
            <a:ahLst/>
            <a:cxnLst/>
            <a:rect r="r" b="b" t="t" l="l"/>
            <a:pathLst>
              <a:path h="2734445" w="8407145">
                <a:moveTo>
                  <a:pt x="0" y="0"/>
                </a:moveTo>
                <a:lnTo>
                  <a:pt x="8407146" y="0"/>
                </a:lnTo>
                <a:lnTo>
                  <a:pt x="8407146" y="2734446"/>
                </a:lnTo>
                <a:lnTo>
                  <a:pt x="0" y="2734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9642" y="3614033"/>
            <a:ext cx="12817409" cy="948775"/>
          </a:xfrm>
          <a:custGeom>
            <a:avLst/>
            <a:gdLst/>
            <a:ahLst/>
            <a:cxnLst/>
            <a:rect r="r" b="b" t="t" l="l"/>
            <a:pathLst>
              <a:path h="948775" w="12817409">
                <a:moveTo>
                  <a:pt x="0" y="0"/>
                </a:moveTo>
                <a:lnTo>
                  <a:pt x="12817410" y="0"/>
                </a:lnTo>
                <a:lnTo>
                  <a:pt x="12817410" y="948775"/>
                </a:lnTo>
                <a:lnTo>
                  <a:pt x="0" y="94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9642" y="5143500"/>
            <a:ext cx="7790578" cy="4104713"/>
          </a:xfrm>
          <a:custGeom>
            <a:avLst/>
            <a:gdLst/>
            <a:ahLst/>
            <a:cxnLst/>
            <a:rect r="r" b="b" t="t" l="l"/>
            <a:pathLst>
              <a:path h="4104713" w="7790578">
                <a:moveTo>
                  <a:pt x="0" y="0"/>
                </a:moveTo>
                <a:lnTo>
                  <a:pt x="7790578" y="0"/>
                </a:lnTo>
                <a:lnTo>
                  <a:pt x="7790578" y="4104713"/>
                </a:lnTo>
                <a:lnTo>
                  <a:pt x="0" y="4104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74190" y="-918582"/>
            <a:ext cx="4360053" cy="4114800"/>
          </a:xfrm>
          <a:custGeom>
            <a:avLst/>
            <a:gdLst/>
            <a:ahLst/>
            <a:cxnLst/>
            <a:rect r="r" b="b" t="t" l="l"/>
            <a:pathLst>
              <a:path h="4114800" w="4360053">
                <a:moveTo>
                  <a:pt x="0" y="0"/>
                </a:moveTo>
                <a:lnTo>
                  <a:pt x="4360053" y="0"/>
                </a:lnTo>
                <a:lnTo>
                  <a:pt x="43600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5606" y="2803493"/>
            <a:ext cx="1645692" cy="1642700"/>
          </a:xfrm>
          <a:custGeom>
            <a:avLst/>
            <a:gdLst/>
            <a:ahLst/>
            <a:cxnLst/>
            <a:rect r="r" b="b" t="t" l="l"/>
            <a:pathLst>
              <a:path h="1642700" w="1645692">
                <a:moveTo>
                  <a:pt x="0" y="0"/>
                </a:moveTo>
                <a:lnTo>
                  <a:pt x="1645692" y="0"/>
                </a:lnTo>
                <a:lnTo>
                  <a:pt x="1645692" y="1642700"/>
                </a:lnTo>
                <a:lnTo>
                  <a:pt x="0" y="164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35982">
            <a:off x="14459420" y="6831570"/>
            <a:ext cx="4360053" cy="4114800"/>
          </a:xfrm>
          <a:custGeom>
            <a:avLst/>
            <a:gdLst/>
            <a:ahLst/>
            <a:cxnLst/>
            <a:rect r="r" b="b" t="t" l="l"/>
            <a:pathLst>
              <a:path h="4114800" w="4360053">
                <a:moveTo>
                  <a:pt x="0" y="0"/>
                </a:moveTo>
                <a:lnTo>
                  <a:pt x="4360053" y="0"/>
                </a:lnTo>
                <a:lnTo>
                  <a:pt x="43600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652293">
            <a:off x="16983529" y="5751008"/>
            <a:ext cx="1645692" cy="1642700"/>
          </a:xfrm>
          <a:custGeom>
            <a:avLst/>
            <a:gdLst/>
            <a:ahLst/>
            <a:cxnLst/>
            <a:rect r="r" b="b" t="t" l="l"/>
            <a:pathLst>
              <a:path h="1642700" w="1645692">
                <a:moveTo>
                  <a:pt x="0" y="0"/>
                </a:moveTo>
                <a:lnTo>
                  <a:pt x="1645693" y="0"/>
                </a:lnTo>
                <a:lnTo>
                  <a:pt x="1645693" y="1642700"/>
                </a:lnTo>
                <a:lnTo>
                  <a:pt x="0" y="164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831725">
            <a:off x="-742937" y="7811340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0" y="0"/>
                </a:moveTo>
                <a:lnTo>
                  <a:pt x="3125458" y="0"/>
                </a:lnTo>
                <a:lnTo>
                  <a:pt x="3125458" y="3497537"/>
                </a:lnTo>
                <a:lnTo>
                  <a:pt x="0" y="34975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179362">
            <a:off x="15802758" y="-1021471"/>
            <a:ext cx="3125458" cy="3497537"/>
          </a:xfrm>
          <a:custGeom>
            <a:avLst/>
            <a:gdLst/>
            <a:ahLst/>
            <a:cxnLst/>
            <a:rect r="r" b="b" t="t" l="l"/>
            <a:pathLst>
              <a:path h="3497537" w="3125458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3473863" y="7880583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0" y="0"/>
                </a:moveTo>
                <a:lnTo>
                  <a:pt x="2196274" y="0"/>
                </a:lnTo>
                <a:lnTo>
                  <a:pt x="21962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12603575" y="-1615907"/>
            <a:ext cx="2196274" cy="4114800"/>
          </a:xfrm>
          <a:custGeom>
            <a:avLst/>
            <a:gdLst/>
            <a:ahLst/>
            <a:cxnLst/>
            <a:rect r="r" b="b" t="t" l="l"/>
            <a:pathLst>
              <a:path h="4114800" w="2196274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51741" y="-1083926"/>
            <a:ext cx="2440518" cy="2623557"/>
          </a:xfrm>
          <a:custGeom>
            <a:avLst/>
            <a:gdLst/>
            <a:ahLst/>
            <a:cxnLst/>
            <a:rect r="r" b="b" t="t" l="l"/>
            <a:pathLst>
              <a:path h="2623557" w="2440518">
                <a:moveTo>
                  <a:pt x="0" y="0"/>
                </a:moveTo>
                <a:lnTo>
                  <a:pt x="2440518" y="0"/>
                </a:lnTo>
                <a:lnTo>
                  <a:pt x="2440518" y="2623556"/>
                </a:lnTo>
                <a:lnTo>
                  <a:pt x="0" y="26235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2148079" y="8839846"/>
            <a:ext cx="2440518" cy="2623557"/>
          </a:xfrm>
          <a:custGeom>
            <a:avLst/>
            <a:gdLst/>
            <a:ahLst/>
            <a:cxnLst/>
            <a:rect r="r" b="b" t="t" l="l"/>
            <a:pathLst>
              <a:path h="2623557" w="2440518">
                <a:moveTo>
                  <a:pt x="2440517" y="2623557"/>
                </a:moveTo>
                <a:lnTo>
                  <a:pt x="0" y="2623557"/>
                </a:lnTo>
                <a:lnTo>
                  <a:pt x="0" y="0"/>
                </a:lnTo>
                <a:lnTo>
                  <a:pt x="2440517" y="0"/>
                </a:lnTo>
                <a:lnTo>
                  <a:pt x="2440517" y="262355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095591" y="4310774"/>
            <a:ext cx="12096818" cy="209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41"/>
              </a:lnSpc>
            </a:pPr>
            <a:r>
              <a:rPr lang="en-US" sz="16567">
                <a:solidFill>
                  <a:srgbClr val="5E7B97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Tha</a:t>
            </a:r>
            <a:r>
              <a:rPr lang="en-US" sz="16567">
                <a:solidFill>
                  <a:srgbClr val="5E7B97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DAHZaVKsMz4</dc:identifier>
  <dcterms:modified xsi:type="dcterms:W3CDTF">2011-08-01T06:04:30Z</dcterms:modified>
  <cp:revision>1</cp:revision>
  <dc:title>Origin</dc:title>
</cp:coreProperties>
</file>